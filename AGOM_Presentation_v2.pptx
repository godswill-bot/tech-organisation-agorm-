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-1645920"/>
            <a:ext cx="7772400" cy="7772400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-822960"/>
            <a:ext cx="5943600" cy="5943600"/>
          </a:xfrm>
          <a:prstGeom prst="ellipse">
            <a:avLst/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17320"/>
            <a:ext cx="3657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5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AGOM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212080" y="24688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172200" y="24688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SERVICES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132320" y="24688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ABOUT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092440" y="24688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INSIGHTS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229600" y="182880"/>
            <a:ext cx="804672" cy="329184"/>
          </a:xfrm>
          <a:prstGeom prst="rect">
            <a:avLst/>
          </a:prstGeom>
          <a:solidFill>
            <a:srgbClr val="0808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8288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21792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AGOM DIGITAL SYSTEMS STUDIO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21792" y="1719072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Build Digital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Systems That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Think, Scale &amp;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Perform.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1792" y="4069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software for the modern era.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" y="4526280"/>
            <a:ext cx="1737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4526280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080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EXPLORE WORK  ↗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87168" y="4526280"/>
            <a:ext cx="1737360" cy="393192"/>
          </a:xfrm>
          <a:prstGeom prst="rect">
            <a:avLst/>
          </a:prstGeom>
          <a:solidFill>
            <a:srgbClr val="0808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87168" y="4526280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PROJECT  ↗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" y="21031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" y="25603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" y="3017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257800" y="749808"/>
            <a:ext cx="3657600" cy="3657600"/>
          </a:xfrm>
          <a:prstGeom prst="ellipse">
            <a:avLst/>
          </a:prstGeom>
          <a:solidFill>
            <a:srgbClr val="000000">
              <a:alpha val="0"/>
            </a:srgbClr>
          </a:solidFill>
          <a:ln w="15240">
            <a:solidFill>
              <a:srgbClr val="AAAA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9672" y="2304288"/>
            <a:ext cx="1133856" cy="54864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37744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AGOM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086600" y="2258568"/>
            <a:ext cx="0" cy="-1252728"/>
          </a:xfrm>
          <a:prstGeom prst="line">
            <a:avLst/>
          </a:prstGeom>
          <a:noFill/>
          <a:ln w="8890">
            <a:solidFill>
              <a:srgbClr val="8888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48856" y="512064"/>
            <a:ext cx="475488" cy="475488"/>
          </a:xfrm>
          <a:prstGeom prst="ellipse">
            <a:avLst/>
          </a:prstGeom>
          <a:solidFill>
            <a:srgbClr val="2A2A2A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48856" y="53035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&lt;/&gt;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2902" y="2352306"/>
            <a:ext cx="885812" cy="-885812"/>
          </a:xfrm>
          <a:prstGeom prst="line">
            <a:avLst/>
          </a:prstGeom>
          <a:noFill/>
          <a:ln w="8890">
            <a:solidFill>
              <a:srgbClr val="8888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42013" y="1047707"/>
            <a:ext cx="475488" cy="475488"/>
          </a:xfrm>
          <a:prstGeom prst="ellipse">
            <a:avLst/>
          </a:prstGeom>
          <a:solidFill>
            <a:srgbClr val="2A2A2A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42013" y="1065995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⚙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06640" y="2578608"/>
            <a:ext cx="1252728" cy="0"/>
          </a:xfrm>
          <a:prstGeom prst="line">
            <a:avLst/>
          </a:prstGeom>
          <a:noFill/>
          <a:ln w="8890">
            <a:solidFill>
              <a:srgbClr val="8888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77656" y="2340864"/>
            <a:ext cx="475488" cy="475488"/>
          </a:xfrm>
          <a:prstGeom prst="ellipse">
            <a:avLst/>
          </a:prstGeom>
          <a:solidFill>
            <a:srgbClr val="2A2A2A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77656" y="235915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☁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2902" y="2804910"/>
            <a:ext cx="885812" cy="885812"/>
          </a:xfrm>
          <a:prstGeom prst="line">
            <a:avLst/>
          </a:prstGeom>
          <a:noFill/>
          <a:ln w="8890">
            <a:solidFill>
              <a:srgbClr val="8888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42013" y="3634021"/>
            <a:ext cx="475488" cy="475488"/>
          </a:xfrm>
          <a:prstGeom prst="ellipse">
            <a:avLst/>
          </a:prstGeom>
          <a:solidFill>
            <a:srgbClr val="2A2A2A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42013" y="3652309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⚡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086600" y="2898648"/>
            <a:ext cx="0" cy="1252728"/>
          </a:xfrm>
          <a:prstGeom prst="line">
            <a:avLst/>
          </a:prstGeom>
          <a:noFill/>
          <a:ln w="8890">
            <a:solidFill>
              <a:srgbClr val="8888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8856" y="4169664"/>
            <a:ext cx="475488" cy="475488"/>
          </a:xfrm>
          <a:prstGeom prst="ellipse">
            <a:avLst/>
          </a:prstGeom>
          <a:solidFill>
            <a:srgbClr val="2A2A2A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48856" y="418795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🤖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60298" y="2804910"/>
            <a:ext cx="-885812" cy="885812"/>
          </a:xfrm>
          <a:prstGeom prst="line">
            <a:avLst/>
          </a:prstGeom>
          <a:noFill/>
          <a:ln w="8890">
            <a:solidFill>
              <a:srgbClr val="8888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55699" y="3634021"/>
            <a:ext cx="475488" cy="475488"/>
          </a:xfrm>
          <a:prstGeom prst="ellipse">
            <a:avLst/>
          </a:prstGeom>
          <a:solidFill>
            <a:srgbClr val="2A2A2A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55699" y="3652309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66560" y="2578608"/>
            <a:ext cx="-1252728" cy="0"/>
          </a:xfrm>
          <a:prstGeom prst="line">
            <a:avLst/>
          </a:prstGeom>
          <a:noFill/>
          <a:ln w="8890">
            <a:solidFill>
              <a:srgbClr val="8888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0056" y="2340864"/>
            <a:ext cx="475488" cy="475488"/>
          </a:xfrm>
          <a:prstGeom prst="ellipse">
            <a:avLst/>
          </a:prstGeom>
          <a:solidFill>
            <a:srgbClr val="2A2A2A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0056" y="235915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🌐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60298" y="2352306"/>
            <a:ext cx="-885812" cy="-885812"/>
          </a:xfrm>
          <a:prstGeom prst="line">
            <a:avLst/>
          </a:prstGeom>
          <a:noFill/>
          <a:ln w="8890">
            <a:solidFill>
              <a:srgbClr val="8888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55699" y="1047707"/>
            <a:ext cx="475488" cy="475488"/>
          </a:xfrm>
          <a:prstGeom prst="ellipse">
            <a:avLst/>
          </a:prstGeom>
          <a:solidFill>
            <a:srgbClr val="2A2A2A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55699" y="1065995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🗄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200" y="477316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WE ARE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Digitizing the World,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system at a time.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4114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AGOM is a digital systems studio that transforms traditional processes into intelligent, scalable, and future-ready digital operations.</a:t>
            </a:r>
            <a:endParaRPr lang="en-US" sz="1100" dirty="0"/>
          </a:p>
          <a:p>
            <a:pPr indent="0" marL="0">
              <a:lnSpc>
                <a:spcPct val="165000"/>
              </a:lnSpc>
              <a:buNone/>
            </a:pPr>
            <a:endParaRPr lang="en-US" sz="11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partner with organisations across every industry — building the software infrastructure they need to thrive in the digital era.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"Engineering futures, not just software."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1207008" cy="1051560"/>
          </a:xfrm>
          <a:prstGeom prst="rect">
            <a:avLst/>
          </a:prstGeom>
          <a:solidFill>
            <a:srgbClr val="1E1E1E"/>
          </a:solidFill>
          <a:ln w="6350">
            <a:solidFill>
              <a:srgbClr val="38383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840480"/>
            <a:ext cx="1207008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9534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4407408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Projects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01952" y="3840480"/>
            <a:ext cx="1207008" cy="1051560"/>
          </a:xfrm>
          <a:prstGeom prst="rect">
            <a:avLst/>
          </a:prstGeom>
          <a:solidFill>
            <a:srgbClr val="1E1E1E"/>
          </a:solidFill>
          <a:ln w="6350">
            <a:solidFill>
              <a:srgbClr val="38383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01952" y="3840480"/>
            <a:ext cx="1207008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01952" y="389534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901952" y="4407408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Enterprise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55264" y="3840480"/>
            <a:ext cx="1207008" cy="1051560"/>
          </a:xfrm>
          <a:prstGeom prst="rect">
            <a:avLst/>
          </a:prstGeom>
          <a:solidFill>
            <a:srgbClr val="1E1E1E"/>
          </a:solidFill>
          <a:ln w="6350">
            <a:solidFill>
              <a:srgbClr val="38383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55264" y="3840480"/>
            <a:ext cx="1207008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55264" y="389534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55264" y="4407408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Industries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0" y="411480"/>
            <a:ext cx="3749040" cy="443484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411480"/>
            <a:ext cx="3749040" cy="0"/>
          </a:xfrm>
          <a:prstGeom prst="line">
            <a:avLst/>
          </a:prstGeom>
          <a:noFill/>
          <a:ln w="3810">
            <a:solidFill>
              <a:srgbClr val="2E2E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1042416"/>
            <a:ext cx="3749040" cy="0"/>
          </a:xfrm>
          <a:prstGeom prst="line">
            <a:avLst/>
          </a:prstGeom>
          <a:noFill/>
          <a:ln w="3810">
            <a:solidFill>
              <a:srgbClr val="2E2E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1673352"/>
            <a:ext cx="3749040" cy="0"/>
          </a:xfrm>
          <a:prstGeom prst="line">
            <a:avLst/>
          </a:prstGeom>
          <a:noFill/>
          <a:ln w="3810">
            <a:solidFill>
              <a:srgbClr val="2E2E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2304288"/>
            <a:ext cx="3749040" cy="0"/>
          </a:xfrm>
          <a:prstGeom prst="line">
            <a:avLst/>
          </a:prstGeom>
          <a:noFill/>
          <a:ln w="3810">
            <a:solidFill>
              <a:srgbClr val="2E2E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2935224"/>
            <a:ext cx="3749040" cy="0"/>
          </a:xfrm>
          <a:prstGeom prst="line">
            <a:avLst/>
          </a:prstGeom>
          <a:noFill/>
          <a:ln w="3810">
            <a:solidFill>
              <a:srgbClr val="2E2E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3566160"/>
            <a:ext cx="3749040" cy="0"/>
          </a:xfrm>
          <a:prstGeom prst="line">
            <a:avLst/>
          </a:prstGeom>
          <a:noFill/>
          <a:ln w="3810">
            <a:solidFill>
              <a:srgbClr val="2E2E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4197096"/>
            <a:ext cx="3749040" cy="0"/>
          </a:xfrm>
          <a:prstGeom prst="line">
            <a:avLst/>
          </a:prstGeom>
          <a:noFill/>
          <a:ln w="3810">
            <a:solidFill>
              <a:srgbClr val="2E2E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0" y="411480"/>
            <a:ext cx="0" cy="4434840"/>
          </a:xfrm>
          <a:prstGeom prst="line">
            <a:avLst/>
          </a:prstGeom>
          <a:noFill/>
          <a:ln w="3810">
            <a:solidFill>
              <a:srgbClr val="2E2E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79008" y="411480"/>
            <a:ext cx="0" cy="4434840"/>
          </a:xfrm>
          <a:prstGeom prst="line">
            <a:avLst/>
          </a:prstGeom>
          <a:noFill/>
          <a:ln w="3810">
            <a:solidFill>
              <a:srgbClr val="2E2E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28816" y="411480"/>
            <a:ext cx="0" cy="4434840"/>
          </a:xfrm>
          <a:prstGeom prst="line">
            <a:avLst/>
          </a:prstGeom>
          <a:noFill/>
          <a:ln w="3810">
            <a:solidFill>
              <a:srgbClr val="2E2E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78624" y="411480"/>
            <a:ext cx="0" cy="4434840"/>
          </a:xfrm>
          <a:prstGeom prst="line">
            <a:avLst/>
          </a:prstGeom>
          <a:noFill/>
          <a:ln w="3810">
            <a:solidFill>
              <a:srgbClr val="2E2E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28432" y="411480"/>
            <a:ext cx="0" cy="4434840"/>
          </a:xfrm>
          <a:prstGeom prst="line">
            <a:avLst/>
          </a:prstGeom>
          <a:noFill/>
          <a:ln w="3810">
            <a:solidFill>
              <a:srgbClr val="2E2E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14630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25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AGOM</a:t>
            </a:r>
            <a:endParaRPr lang="en-US" sz="9000" dirty="0"/>
          </a:p>
        </p:txBody>
      </p:sp>
      <p:sp>
        <p:nvSpPr>
          <p:cNvPr id="34" name="Text 32"/>
          <p:cNvSpPr/>
          <p:nvPr/>
        </p:nvSpPr>
        <p:spPr>
          <a:xfrm>
            <a:off x="5029200" y="3200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Systems Studio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200" y="477316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WE DO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Core Services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impact, designed to scale.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670048" cy="1536192"/>
          </a:xfrm>
          <a:prstGeom prst="rect">
            <a:avLst/>
          </a:prstGeom>
          <a:solidFill>
            <a:srgbClr val="1E1E1E"/>
          </a:solidFill>
          <a:ln w="5080">
            <a:solidFill>
              <a:srgbClr val="38383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2670048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3736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&lt;/&gt;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" y="2167128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 Software Dev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4871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Tailored applications built for your unique operational needs.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73552" y="1572768"/>
            <a:ext cx="2670048" cy="1536192"/>
          </a:xfrm>
          <a:prstGeom prst="rect">
            <a:avLst/>
          </a:prstGeom>
          <a:solidFill>
            <a:srgbClr val="1E1E1E"/>
          </a:solidFill>
          <a:ln w="5080">
            <a:solidFill>
              <a:srgbClr val="38383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3552" y="1572768"/>
            <a:ext cx="2670048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8144" y="173736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38144" y="2167128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 Digitization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38144" y="24871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 manual workflows into smart, automated digital systems.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9904" y="1572768"/>
            <a:ext cx="2670048" cy="1536192"/>
          </a:xfrm>
          <a:prstGeom prst="rect">
            <a:avLst/>
          </a:prstGeom>
          <a:solidFill>
            <a:srgbClr val="1E1E1E"/>
          </a:solidFill>
          <a:ln w="5080">
            <a:solidFill>
              <a:srgbClr val="38383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1572768"/>
            <a:ext cx="2670048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73736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54496" y="2167128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&amp; Automation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54496" y="24871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Embed intelligence into your operations with ML-powered tools.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264408"/>
            <a:ext cx="2670048" cy="1536192"/>
          </a:xfrm>
          <a:prstGeom prst="rect">
            <a:avLst/>
          </a:prstGeom>
          <a:solidFill>
            <a:srgbClr val="1E1E1E"/>
          </a:solidFill>
          <a:ln w="5080">
            <a:solidFill>
              <a:srgbClr val="38383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264408"/>
            <a:ext cx="2670048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42900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1792" y="3858768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Cloud Infrastructure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417880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Scalable, secure cloud platforms that grow with your business.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73552" y="3264408"/>
            <a:ext cx="2670048" cy="1536192"/>
          </a:xfrm>
          <a:prstGeom prst="rect">
            <a:avLst/>
          </a:prstGeom>
          <a:solidFill>
            <a:srgbClr val="1E1E1E"/>
          </a:solidFill>
          <a:ln w="5080">
            <a:solidFill>
              <a:srgbClr val="38383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73552" y="3264408"/>
            <a:ext cx="2670048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38144" y="342900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438144" y="3858768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&amp; Analytics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38144" y="417880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Turn raw data into actionable insights and business intelligence.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89904" y="3264408"/>
            <a:ext cx="2670048" cy="1536192"/>
          </a:xfrm>
          <a:prstGeom prst="rect">
            <a:avLst/>
          </a:prstGeom>
          <a:solidFill>
            <a:srgbClr val="1E1E1E"/>
          </a:solidFill>
          <a:ln w="5080">
            <a:solidFill>
              <a:srgbClr val="38383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9904" y="3264408"/>
            <a:ext cx="2670048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342900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254496" y="3858768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Transformation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54496" y="417880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End-to-end strategy and execution for full digital readiness.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200" y="477316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APPROACH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We Deliver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discovery to deployment — we own every step.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423160" y="2240280"/>
            <a:ext cx="164592" cy="0"/>
          </a:xfrm>
          <a:prstGeom prst="line">
            <a:avLst/>
          </a:prstGeom>
          <a:noFill/>
          <a:ln w="10160">
            <a:solidFill>
              <a:srgbClr val="55555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57200" y="1572768"/>
            <a:ext cx="1938528" cy="324612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171907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080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234440" y="1773936"/>
            <a:ext cx="292608" cy="292608"/>
          </a:xfrm>
          <a:prstGeom prst="ellipse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286000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080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" y="2743200"/>
            <a:ext cx="162763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immerse in your operations, mapping out current processes, pain points, and digital goals.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2240280"/>
            <a:ext cx="164592" cy="0"/>
          </a:xfrm>
          <a:prstGeom prst="line">
            <a:avLst/>
          </a:prstGeom>
          <a:noFill/>
          <a:ln w="10160">
            <a:solidFill>
              <a:srgbClr val="55555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606040" y="1572768"/>
            <a:ext cx="1938528" cy="3246120"/>
          </a:xfrm>
          <a:prstGeom prst="rect">
            <a:avLst/>
          </a:prstGeom>
          <a:solidFill>
            <a:srgbClr val="1E1E1E"/>
          </a:solidFill>
          <a:ln w="5080">
            <a:solidFill>
              <a:srgbClr val="38383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70632" y="171907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383280" y="1773936"/>
            <a:ext cx="292608" cy="2926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70632" y="2286000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70632" y="2743200"/>
            <a:ext cx="162763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architects design scalable system blueprints aligned to your business strategy.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0840" y="2240280"/>
            <a:ext cx="164592" cy="0"/>
          </a:xfrm>
          <a:prstGeom prst="line">
            <a:avLst/>
          </a:prstGeom>
          <a:noFill/>
          <a:ln w="10160">
            <a:solidFill>
              <a:srgbClr val="555555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754880" y="1572768"/>
            <a:ext cx="1938528" cy="3246120"/>
          </a:xfrm>
          <a:prstGeom prst="rect">
            <a:avLst/>
          </a:prstGeom>
          <a:solidFill>
            <a:srgbClr val="1E1E1E"/>
          </a:solidFill>
          <a:ln w="5080">
            <a:solidFill>
              <a:srgbClr val="38383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19472" y="171907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532120" y="1773936"/>
            <a:ext cx="292608" cy="2926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286000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19472" y="2743200"/>
            <a:ext cx="162763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Agile engineering sprints deliver functional software with continuous feedback loops.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03720" y="1572768"/>
            <a:ext cx="1938528" cy="3246120"/>
          </a:xfrm>
          <a:prstGeom prst="rect">
            <a:avLst/>
          </a:prstGeom>
          <a:solidFill>
            <a:srgbClr val="1E1E1E"/>
          </a:solidFill>
          <a:ln w="5080">
            <a:solidFill>
              <a:srgbClr val="38383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68312" y="171907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680960" y="1773936"/>
            <a:ext cx="292608" cy="2926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68312" y="2286000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 &amp; Scale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68312" y="2743200"/>
            <a:ext cx="162763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launch, monitor, optimize, and scale — ensuring long-term performance.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200" y="477316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SECTORS WE SERVE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for Every Industry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wherever there's process, there's opportunity.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1993392" cy="1508760"/>
          </a:xfrm>
          <a:prstGeom prst="rect">
            <a:avLst/>
          </a:prstGeom>
          <a:solidFill>
            <a:srgbClr val="181818"/>
          </a:solidFill>
          <a:ln w="508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15568" y="1883664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Finance &amp;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099816"/>
            <a:ext cx="1993392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627632"/>
            <a:ext cx="1993392" cy="1508760"/>
          </a:xfrm>
          <a:prstGeom prst="rect">
            <a:avLst/>
          </a:prstGeom>
          <a:solidFill>
            <a:srgbClr val="1E1E1E"/>
          </a:solidFill>
          <a:ln w="508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7063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64408" y="1883664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Healthcare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&amp; MedTech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3099816"/>
            <a:ext cx="1993392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627632"/>
            <a:ext cx="1993392" cy="1508760"/>
          </a:xfrm>
          <a:prstGeom prst="rect">
            <a:avLst/>
          </a:prstGeom>
          <a:solidFill>
            <a:srgbClr val="181818"/>
          </a:solidFill>
          <a:ln w="508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947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13248" y="1883664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Retail &amp;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eCommerce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099816"/>
            <a:ext cx="1993392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627632"/>
            <a:ext cx="1993392" cy="1508760"/>
          </a:xfrm>
          <a:prstGeom prst="rect">
            <a:avLst/>
          </a:prstGeom>
          <a:solidFill>
            <a:srgbClr val="1E1E1E"/>
          </a:solidFill>
          <a:ln w="508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6831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562088" y="1883664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Manufacturing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&amp; Logistics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3099816"/>
            <a:ext cx="1993392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291840"/>
            <a:ext cx="1993392" cy="1508760"/>
          </a:xfrm>
          <a:prstGeom prst="rect">
            <a:avLst/>
          </a:prstGeom>
          <a:solidFill>
            <a:srgbClr val="1E1E1E"/>
          </a:solidFill>
          <a:ln w="508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1792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15568" y="3547872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Education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&amp; EdTech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764024"/>
            <a:ext cx="1993392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06040" y="3291840"/>
            <a:ext cx="1993392" cy="1508760"/>
          </a:xfrm>
          <a:prstGeom prst="rect">
            <a:avLst/>
          </a:prstGeom>
          <a:solidFill>
            <a:srgbClr val="181818"/>
          </a:solidFill>
          <a:ln w="508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70632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64408" y="3547872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Energy &amp;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Utilities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06040" y="4764024"/>
            <a:ext cx="1993392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291840"/>
            <a:ext cx="1993392" cy="1508760"/>
          </a:xfrm>
          <a:prstGeom prst="rect">
            <a:avLst/>
          </a:prstGeom>
          <a:solidFill>
            <a:srgbClr val="1E1E1E"/>
          </a:solidFill>
          <a:ln w="508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19472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13248" y="3547872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Government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&amp; Public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4764024"/>
            <a:ext cx="1993392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03720" y="3291840"/>
            <a:ext cx="1993392" cy="1508760"/>
          </a:xfrm>
          <a:prstGeom prst="rect">
            <a:avLst/>
          </a:prstGeom>
          <a:solidFill>
            <a:srgbClr val="181818"/>
          </a:solidFill>
          <a:ln w="508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068312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562088" y="3547872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Telecoms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&amp; Media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03720" y="4764024"/>
            <a:ext cx="1993392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200" y="477316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CHOOSE US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AGOM Advantage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systems-first thinking, built to last.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0" y="128016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0" b="1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AGOM</a:t>
            </a:r>
            <a:endParaRPr lang="en-US" sz="15500" dirty="0"/>
          </a:p>
        </p:txBody>
      </p:sp>
      <p:sp>
        <p:nvSpPr>
          <p:cNvPr id="7" name="Shape 5"/>
          <p:cNvSpPr/>
          <p:nvPr/>
        </p:nvSpPr>
        <p:spPr>
          <a:xfrm>
            <a:off x="502920" y="1755648"/>
            <a:ext cx="274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55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Systems-First Thinking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engineer holistic solutions, not just standalone apps.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551176"/>
            <a:ext cx="274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511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Domain-Deep Expertise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807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Cross-industry know-how built from 100+ delivered projects.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346704"/>
            <a:ext cx="274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467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Agile + Accountable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6027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 iterations, transparent progress, zero surprises.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4142232"/>
            <a:ext cx="274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142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Scalable by 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3982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solution is built to grow as your organisation grows.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0" y="1051560"/>
            <a:ext cx="3749040" cy="384048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12344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98%</a:t>
            </a:r>
            <a:endParaRPr lang="en-US" sz="8200" dirty="0"/>
          </a:p>
        </p:txBody>
      </p:sp>
      <p:sp>
        <p:nvSpPr>
          <p:cNvPr id="21" name="Text 19"/>
          <p:cNvSpPr/>
          <p:nvPr/>
        </p:nvSpPr>
        <p:spPr>
          <a:xfrm>
            <a:off x="5029200" y="26974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 Satisfaction Rate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0" y="3127248"/>
            <a:ext cx="2286000" cy="0"/>
          </a:xfrm>
          <a:prstGeom prst="line">
            <a:avLst/>
          </a:prstGeom>
          <a:noFill/>
          <a:ln w="6350">
            <a:solidFill>
              <a:srgbClr val="383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2461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i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"On-time delivery. Ongoing support.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i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last."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200" y="477316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FOUNDERS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 the Team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builders, one vision — to digitize the world.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" y="1572768"/>
            <a:ext cx="2743200" cy="3337560"/>
          </a:xfrm>
          <a:prstGeom prst="rect">
            <a:avLst/>
          </a:prstGeom>
          <a:solidFill>
            <a:srgbClr val="1E1E1E"/>
          </a:solidFill>
          <a:ln w="5080">
            <a:solidFill>
              <a:srgbClr val="38383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572768"/>
            <a:ext cx="2743200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07592" y="1755648"/>
            <a:ext cx="1005840" cy="1005840"/>
          </a:xfrm>
          <a:prstGeom prst="ellipse">
            <a:avLst/>
          </a:prstGeom>
          <a:solidFill>
            <a:srgbClr val="2A2A2A"/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53312" y="1801368"/>
            <a:ext cx="914400" cy="914400"/>
          </a:xfrm>
          <a:prstGeom prst="ellipse">
            <a:avLst/>
          </a:prstGeom>
          <a:solidFill>
            <a:srgbClr val="000000">
              <a:alpha val="0"/>
            </a:srgbClr>
          </a:solidFill>
          <a:ln w="5080">
            <a:solidFill>
              <a:srgbClr val="8888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7592" y="17556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6072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Nwafor Godswill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76072" y="32461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Developer &amp;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Tools Specialist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96112" y="3858768"/>
            <a:ext cx="1828800" cy="0"/>
          </a:xfrm>
          <a:prstGeom prst="line">
            <a:avLst/>
          </a:prstGeom>
          <a:noFill/>
          <a:ln w="5080">
            <a:solidFill>
              <a:srgbClr val="3838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" y="3950208"/>
            <a:ext cx="1188720" cy="274320"/>
          </a:xfrm>
          <a:prstGeom prst="rect">
            <a:avLst/>
          </a:prstGeom>
          <a:solidFill>
            <a:srgbClr val="282828"/>
          </a:solidFill>
          <a:ln w="508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Full-Stack Web Dev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865376" y="3950208"/>
            <a:ext cx="1188720" cy="274320"/>
          </a:xfrm>
          <a:prstGeom prst="rect">
            <a:avLst/>
          </a:prstGeom>
          <a:solidFill>
            <a:srgbClr val="282828"/>
          </a:solidFill>
          <a:ln w="508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65376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AI/ML Integration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03504" y="4352544"/>
            <a:ext cx="1188720" cy="274320"/>
          </a:xfrm>
          <a:prstGeom prst="rect">
            <a:avLst/>
          </a:prstGeom>
          <a:solidFill>
            <a:srgbClr val="282828"/>
          </a:solidFill>
          <a:ln w="5080">
            <a:solidFill>
              <a:srgbClr val="44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43525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 Engineering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65376" y="4352544"/>
            <a:ext cx="1188720" cy="274320"/>
          </a:xfrm>
          <a:prstGeom prst="rect">
            <a:avLst/>
          </a:prstGeom>
          <a:solidFill>
            <a:srgbClr val="282828"/>
          </a:solidFill>
          <a:ln w="5080">
            <a:solidFill>
              <a:srgbClr val="44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65376" y="43525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Architecture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319272" y="1572768"/>
            <a:ext cx="2743200" cy="3337560"/>
          </a:xfrm>
          <a:prstGeom prst="rect">
            <a:avLst/>
          </a:prstGeom>
          <a:solidFill>
            <a:srgbClr val="1E1E1E"/>
          </a:solidFill>
          <a:ln w="5080">
            <a:solidFill>
              <a:srgbClr val="38383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19272" y="1572768"/>
            <a:ext cx="2743200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87952" y="1755648"/>
            <a:ext cx="1005840" cy="1005840"/>
          </a:xfrm>
          <a:prstGeom prst="ellipse">
            <a:avLst/>
          </a:prstGeom>
          <a:solidFill>
            <a:srgbClr val="2A2A2A"/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33672" y="1801368"/>
            <a:ext cx="914400" cy="914400"/>
          </a:xfrm>
          <a:prstGeom prst="ellipse">
            <a:avLst/>
          </a:prstGeom>
          <a:solidFill>
            <a:srgbClr val="000000">
              <a:alpha val="0"/>
            </a:srgbClr>
          </a:solidFill>
          <a:ln w="5080">
            <a:solidFill>
              <a:srgbClr val="8888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87952" y="17556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OM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456432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Omoyowho Miracle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456432" y="32461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Manager,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Engineer &amp; Data Analyst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76472" y="3858768"/>
            <a:ext cx="1828800" cy="0"/>
          </a:xfrm>
          <a:prstGeom prst="line">
            <a:avLst/>
          </a:prstGeom>
          <a:noFill/>
          <a:ln w="5080">
            <a:solidFill>
              <a:srgbClr val="3838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83864" y="3950208"/>
            <a:ext cx="1188720" cy="274320"/>
          </a:xfrm>
          <a:prstGeom prst="rect">
            <a:avLst/>
          </a:prstGeom>
          <a:solidFill>
            <a:srgbClr val="282828"/>
          </a:solidFill>
          <a:ln w="5080">
            <a:solidFill>
              <a:srgbClr val="44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83864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Management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745736" y="3950208"/>
            <a:ext cx="1188720" cy="274320"/>
          </a:xfrm>
          <a:prstGeom prst="rect">
            <a:avLst/>
          </a:prstGeom>
          <a:solidFill>
            <a:srgbClr val="282828"/>
          </a:solidFill>
          <a:ln w="5080">
            <a:solidFill>
              <a:srgbClr val="44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45736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Analytics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483864" y="4352544"/>
            <a:ext cx="1188720" cy="274320"/>
          </a:xfrm>
          <a:prstGeom prst="rect">
            <a:avLst/>
          </a:prstGeom>
          <a:solidFill>
            <a:srgbClr val="282828"/>
          </a:solidFill>
          <a:ln w="5080">
            <a:solidFill>
              <a:srgbClr val="44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83864" y="43525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 Engineering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745736" y="4352544"/>
            <a:ext cx="1188720" cy="274320"/>
          </a:xfrm>
          <a:prstGeom prst="rect">
            <a:avLst/>
          </a:prstGeom>
          <a:solidFill>
            <a:srgbClr val="282828"/>
          </a:solidFill>
          <a:ln w="5080">
            <a:solidFill>
              <a:srgbClr val="44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45736" y="43525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Strategy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199632" y="1572768"/>
            <a:ext cx="2743200" cy="3337560"/>
          </a:xfrm>
          <a:prstGeom prst="rect">
            <a:avLst/>
          </a:prstGeom>
          <a:solidFill>
            <a:srgbClr val="1E1E1E"/>
          </a:solidFill>
          <a:ln w="5080">
            <a:solidFill>
              <a:srgbClr val="38383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99632" y="1572768"/>
            <a:ext cx="2743200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68312" y="1755648"/>
            <a:ext cx="1005840" cy="1005840"/>
          </a:xfrm>
          <a:prstGeom prst="ellipse">
            <a:avLst/>
          </a:prstGeom>
          <a:solidFill>
            <a:srgbClr val="2A2A2A"/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14032" y="1801368"/>
            <a:ext cx="914400" cy="914400"/>
          </a:xfrm>
          <a:prstGeom prst="ellipse">
            <a:avLst/>
          </a:prstGeom>
          <a:solidFill>
            <a:srgbClr val="000000">
              <a:alpha val="0"/>
            </a:srgbClr>
          </a:solidFill>
          <a:ln w="5080">
            <a:solidFill>
              <a:srgbClr val="8888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68312" y="17556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336792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Fatona Ayomide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336792" y="32461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Robotics Engineer &amp;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Strategist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656832" y="3858768"/>
            <a:ext cx="1828800" cy="0"/>
          </a:xfrm>
          <a:prstGeom prst="line">
            <a:avLst/>
          </a:prstGeom>
          <a:noFill/>
          <a:ln w="5080">
            <a:solidFill>
              <a:srgbClr val="3838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64224" y="3950208"/>
            <a:ext cx="1188720" cy="274320"/>
          </a:xfrm>
          <a:prstGeom prst="rect">
            <a:avLst/>
          </a:prstGeom>
          <a:solidFill>
            <a:srgbClr val="282828"/>
          </a:solidFill>
          <a:ln w="5080">
            <a:solidFill>
              <a:srgbClr val="44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64224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Robotics &amp; Automation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626096" y="3950208"/>
            <a:ext cx="1188720" cy="274320"/>
          </a:xfrm>
          <a:prstGeom prst="rect">
            <a:avLst/>
          </a:prstGeom>
          <a:solidFill>
            <a:srgbClr val="282828"/>
          </a:solidFill>
          <a:ln w="5080">
            <a:solidFill>
              <a:srgbClr val="44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26096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 Leadership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364224" y="4352544"/>
            <a:ext cx="1188720" cy="274320"/>
          </a:xfrm>
          <a:prstGeom prst="rect">
            <a:avLst/>
          </a:prstGeom>
          <a:solidFill>
            <a:srgbClr val="282828"/>
          </a:solidFill>
          <a:ln w="5080">
            <a:solidFill>
              <a:srgbClr val="44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64224" y="43525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Strategy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7626096" y="4352544"/>
            <a:ext cx="1188720" cy="274320"/>
          </a:xfrm>
          <a:prstGeom prst="rect">
            <a:avLst/>
          </a:prstGeom>
          <a:solidFill>
            <a:srgbClr val="282828"/>
          </a:solidFill>
          <a:ln w="5080">
            <a:solidFill>
              <a:srgbClr val="44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26096" y="43525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Systems Architecture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Inspired. Skilled. Building for the future.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46320" cy="514350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-1097280"/>
            <a:ext cx="4114800" cy="4114800"/>
          </a:xfrm>
          <a:prstGeom prst="ellipse">
            <a:avLst/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5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AGOM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Ready to Build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Digital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Future?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0358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start with a conversation.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547872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4787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80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A PROJECT  →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66360" y="4389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 IN TOUCH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166360" y="960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EMAIL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166360" y="12070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080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hello@agom.studio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66360" y="1554480"/>
            <a:ext cx="347472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17830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166360" y="2029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080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www.agom.studio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66360" y="2377440"/>
            <a:ext cx="347472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6060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LOCATION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166360" y="28529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080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Lagos, Nigeria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66360" y="3200400"/>
            <a:ext cx="347472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34290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PHONE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166360" y="36758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080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+234 000 000 0000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166360" y="4023360"/>
            <a:ext cx="347472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446227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"Intelligent software. Scalable platforms.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engineering for the future."</a:t>
            </a:r>
            <a:endParaRPr lang="en-US" sz="850" dirty="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AGOM Digital Systems Studio</dc:title>
  <dc:subject>PptxGenJS Presentation</dc:subject>
  <dc:creator>PptxGenJS</dc:creator>
  <cp:lastModifiedBy>PptxGenJS</cp:lastModifiedBy>
  <cp:revision>1</cp:revision>
  <dcterms:created xsi:type="dcterms:W3CDTF">2026-05-11T10:52:01Z</dcterms:created>
  <dcterms:modified xsi:type="dcterms:W3CDTF">2026-05-11T10:52:01Z</dcterms:modified>
</cp:coreProperties>
</file>